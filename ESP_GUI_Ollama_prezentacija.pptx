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hr-H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Kliknite za premještanje slajda</a:t>
            </a:r>
            <a:endParaRPr lang="hr-H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hr-H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Kliknite za uređivanje formata bilješki</a:t>
            </a:r>
            <a:endParaRPr lang="hr-H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hr-H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hr-H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hr-H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hr-H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hr-H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hr-H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DD863CE-5F35-4940-9A74-14302C6481FB}" type="slidenum">
              <a:rPr lang="hr-H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hr-H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554618-D69E-4447-A98E-5F80D4C0F9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&lt;broj-slajda&gt;</a:t>
            </a:fld>
            <a:endParaRPr lang="hr-H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1479E1-9E15-4554-BB29-B7BED5E684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&lt;broj-slajda&gt;</a:t>
            </a:fld>
            <a:endParaRPr lang="hr-H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2ED3BF-A072-4669-9E42-F629ABB144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&lt;broj-slajda&gt;</a:t>
            </a:fld>
            <a:endParaRPr lang="hr-H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F76BC8-7EFF-46DD-AF90-920C358415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&lt;broj-slajda&gt;</a:t>
            </a:fld>
            <a:endParaRPr lang="hr-H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46674-9847-4285-93F7-46A1E1A4E4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&lt;broj-slajda&gt;</a:t>
            </a:fld>
            <a:endParaRPr lang="hr-H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080257-1ED0-4444-9846-CA1CC8B652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&lt;broj-slajda&gt;</a:t>
            </a:fld>
            <a:endParaRPr lang="hr-H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4293A-830C-45CE-BC28-0D6A2FAA5A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&lt;broj-slajda&gt;</a:t>
            </a:fld>
            <a:endParaRPr lang="hr-H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281D01-43E9-4464-9555-8612423EAD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&lt;broj-slajda&gt;</a:t>
            </a:fld>
            <a:endParaRPr lang="hr-H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hr-H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Kliknite za uređivanje formata teksta naslova</a:t>
            </a:r>
            <a:endParaRPr lang="hr-H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r-H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Kliknite za uređivanje formata teksta strukture</a:t>
            </a:r>
            <a:endParaRPr lang="hr-H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r-H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Druga razina strukture</a:t>
            </a:r>
            <a:endParaRPr lang="hr-H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r-H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Treća razina strukture</a:t>
            </a:r>
            <a:endParaRPr lang="hr-H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r-H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Četvrta razina strukture</a:t>
            </a:r>
            <a:endParaRPr lang="hr-H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r-H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Peta razina strukture</a:t>
            </a:r>
            <a:endParaRPr lang="hr-H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r-H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Šesta razina strukture</a:t>
            </a:r>
            <a:endParaRPr lang="hr-H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r-H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Sedma razina strukture</a:t>
            </a:r>
            <a:endParaRPr lang="hr-H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a_high_detail_photorealistic_cgi_style_tech_works.png"/>
          <p:cNvPicPr/>
          <p:nvPr/>
        </p:nvPicPr>
        <p:blipFill>
          <a:blip r:embed="rId1"/>
          <a:srcRect l="21857" t="0" r="21857" b="0"/>
          <a:stretch/>
        </p:blipFill>
        <p:spPr>
          <a:xfrm>
            <a:off x="5989320" y="411480"/>
            <a:ext cx="5623200" cy="562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594360" y="749880"/>
            <a:ext cx="50745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ESP32 MicroPython Generator + Ollama</a:t>
            </a:r>
            <a:endParaRPr lang="hr-H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21720" y="1965960"/>
            <a:ext cx="4800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e0f2fe"/>
                </a:solidFill>
                <a:effectLst/>
                <a:uFillTx/>
                <a:latin typeface="Aptos"/>
              </a:rPr>
              <a:t>Aplikacija koja iz hrvatskog opisa zadatka generira MicroPython kod za ESP32 i priprema ga za testiranje u Thonnyju.</a:t>
            </a:r>
            <a:endParaRPr lang="hr-H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621720" y="4983480"/>
            <a:ext cx="1572480" cy="383760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94800" y="5074920"/>
            <a:ext cx="1425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Python + PySide6</a:t>
            </a:r>
            <a:endParaRPr lang="hr-H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2331720" y="4983480"/>
            <a:ext cx="1416960" cy="383760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2404800" y="5074920"/>
            <a:ext cx="12708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Lokalna Ollama</a:t>
            </a:r>
            <a:endParaRPr lang="hr-H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3886200" y="4983480"/>
            <a:ext cx="1535760" cy="383760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3959280" y="5074920"/>
            <a:ext cx="1389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ESP32 + Thonny</a:t>
            </a:r>
            <a:endParaRPr lang="hr-H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621720" y="61264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bae6fd"/>
                </a:solidFill>
                <a:effectLst/>
                <a:uFillTx/>
                <a:latin typeface="Aptos"/>
              </a:rPr>
              <a:t>Projekt: ESP_GUI_Ollama</a:t>
            </a:r>
            <a:endParaRPr lang="hr-H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bae6fd"/>
                </a:solidFill>
                <a:effectLst/>
                <a:uFillTx/>
                <a:latin typeface="Aptos"/>
              </a:rPr>
              <a:t>Izradio: Saša Nikolaus</a:t>
            </a:r>
            <a:endParaRPr lang="hr-H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bae6fd"/>
                </a:solidFill>
                <a:effectLst/>
                <a:uFillTx/>
                <a:latin typeface="Aptos"/>
              </a:rPr>
              <a:t>24.04.2026.</a:t>
            </a:r>
            <a:endParaRPr lang="hr-H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94360" y="2926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ea5e9"/>
                </a:solidFill>
                <a:effectLst/>
                <a:uFillTx/>
                <a:latin typeface="Aptos"/>
                <a:ea typeface="Aptos"/>
              </a:rPr>
              <a:t>OD PRIRODNOG JEZIKA DO KODA</a:t>
            </a:r>
            <a:endParaRPr lang="hr-H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94360" y="5029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b1220"/>
                </a:solidFill>
                <a:effectLst/>
                <a:uFillTx/>
                <a:latin typeface="Aptos Display"/>
                <a:ea typeface="Aptos Display"/>
              </a:rPr>
              <a:t>Ideja projekta</a:t>
            </a:r>
            <a:endParaRPr lang="hr-H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94360" y="1124640"/>
            <a:ext cx="109270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94360" y="651960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ESP32 MicroPython Generator + Ollama</a:t>
            </a:r>
            <a:endParaRPr lang="hr-H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292840" y="6473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02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685800" y="1554480"/>
            <a:ext cx="4891680" cy="127980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6510">
            <a:solidFill>
              <a:srgbClr val="a5f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1737360"/>
            <a:ext cx="4434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“Učitaj temperaturu i vlagu sa DHT22 svake dvije sekunde i blicni 200 ms LED na ESP32 GPIO02.”</a:t>
            </a: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822960" y="3703320"/>
            <a:ext cx="159984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932760" y="3813120"/>
            <a:ext cx="1380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Opis zadatka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na hrvatskom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2423160" y="3913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Aptos"/>
              </a:rPr>
              <a:t>→</a:t>
            </a:r>
            <a:endParaRPr lang="hr-H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2880360" y="3703320"/>
            <a:ext cx="141696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2990160" y="3813120"/>
            <a:ext cx="1197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Analiza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zahtjeva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4316040" y="3913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Aptos"/>
              </a:rPr>
              <a:t>→</a:t>
            </a:r>
            <a:endParaRPr lang="hr-H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4773240" y="3703320"/>
            <a:ext cx="137124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4883040" y="3813120"/>
            <a:ext cx="1151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Prompt +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Ollama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6172200" y="3913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Aptos"/>
              </a:rPr>
              <a:t>→</a:t>
            </a:r>
            <a:endParaRPr lang="hr-H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6629400" y="3703320"/>
            <a:ext cx="178272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6739200" y="3813120"/>
            <a:ext cx="1563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MicroPython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.py datoteka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8458200" y="3913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Aptos"/>
              </a:rPr>
              <a:t>→</a:t>
            </a:r>
            <a:endParaRPr lang="hr-H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8942760" y="3703320"/>
            <a:ext cx="137124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9052560" y="3813120"/>
            <a:ext cx="1151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Test na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ESP32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0" descr="/mnt/data/esp32_annotated.png"/>
          <p:cNvPicPr/>
          <p:nvPr/>
        </p:nvPicPr>
        <p:blipFill>
          <a:blip r:embed="rId1"/>
          <a:stretch/>
        </p:blipFill>
        <p:spPr>
          <a:xfrm>
            <a:off x="7817400" y="1325880"/>
            <a:ext cx="3018600" cy="178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21"/>
          <p:cNvSpPr/>
          <p:nvPr/>
        </p:nvSpPr>
        <p:spPr>
          <a:xfrm>
            <a:off x="7571160" y="33102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ESP32 kao krajnji uređaj: GPIO pinovi, USB‑UART i periferija.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822960" y="5056560"/>
            <a:ext cx="109440" cy="109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1042560" y="4983480"/>
            <a:ext cx="4023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Smanjuje ručno pisanje boilerplate koda za senzore.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4"/>
          <p:cNvSpPr/>
          <p:nvPr/>
        </p:nvSpPr>
        <p:spPr>
          <a:xfrm>
            <a:off x="822960" y="5468040"/>
            <a:ext cx="109440" cy="109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1042560" y="539496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Zadržava lokalnu kontrolu: model radi preko lokalne Ollame.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822960" y="587952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1042560" y="580644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Rezultat je odmah spreman za spremanje kao generated/main.py.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94360" y="2926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ea5e9"/>
                </a:solidFill>
                <a:effectLst/>
                <a:uFillTx/>
                <a:latin typeface="Aptos"/>
                <a:ea typeface="Aptos"/>
              </a:rPr>
              <a:t>KOMPONENTE I TOK PODATAKA</a:t>
            </a:r>
            <a:endParaRPr lang="hr-H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94360" y="5029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b1220"/>
                </a:solidFill>
                <a:effectLst/>
                <a:uFillTx/>
                <a:latin typeface="Aptos Display"/>
                <a:ea typeface="Aptos Display"/>
              </a:rPr>
              <a:t>Arhitektura aplikacije</a:t>
            </a:r>
            <a:endParaRPr lang="hr-H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594360" y="1124640"/>
            <a:ext cx="109270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594360" y="651960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ESP32 MicroPython Generator + Ollama</a:t>
            </a:r>
            <a:endParaRPr lang="hr-H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11292840" y="6473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03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2779920" y="2240280"/>
            <a:ext cx="20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Aptos"/>
              </a:rPr>
              <a:t>→</a:t>
            </a:r>
            <a:endParaRPr lang="hr-H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5157360" y="2240280"/>
            <a:ext cx="20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Aptos"/>
              </a:rPr>
              <a:t>→</a:t>
            </a:r>
            <a:endParaRPr lang="hr-H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7534800" y="2240280"/>
            <a:ext cx="20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Aptos"/>
              </a:rPr>
              <a:t>→</a:t>
            </a:r>
            <a:endParaRPr lang="hr-H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9902880" y="2240280"/>
            <a:ext cx="14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Aptos"/>
              </a:rPr>
              <a:t>→</a:t>
            </a:r>
            <a:endParaRPr lang="hr-H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731520" y="1993320"/>
            <a:ext cx="201132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841320" y="2103120"/>
            <a:ext cx="1791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GUI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PySide6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3063240" y="1993320"/>
            <a:ext cx="201132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3173040" y="2103120"/>
            <a:ext cx="1791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RequestParser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ključne riječi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5440680" y="1993320"/>
            <a:ext cx="201132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5550480" y="2103120"/>
            <a:ext cx="1791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PromptBuilder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lokalni kontekst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7818120" y="1993320"/>
            <a:ext cx="201132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7927920" y="2103120"/>
            <a:ext cx="1791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OllamaClient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/api/generate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7"/>
          <p:cNvSpPr/>
          <p:nvPr/>
        </p:nvSpPr>
        <p:spPr>
          <a:xfrm>
            <a:off x="10104120" y="1993320"/>
            <a:ext cx="173700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10213920" y="2103120"/>
            <a:ext cx="15174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generated/main.py</a:t>
            </a:r>
            <a:endParaRPr lang="hr-H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MicroPython</a:t>
            </a:r>
            <a:endParaRPr lang="hr-H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5943600" y="3246120"/>
            <a:ext cx="360" cy="594360"/>
          </a:xfrm>
          <a:prstGeom prst="line">
            <a:avLst/>
          </a:prstGeom>
          <a:ln w="1524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0"/>
          <p:cNvSpPr/>
          <p:nvPr/>
        </p:nvSpPr>
        <p:spPr>
          <a:xfrm>
            <a:off x="4892040" y="3886200"/>
            <a:ext cx="210276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5001840" y="3996000"/>
            <a:ext cx="1883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FallbackGenerator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rezervni kod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2"/>
          <p:cNvSpPr/>
          <p:nvPr/>
        </p:nvSpPr>
        <p:spPr>
          <a:xfrm>
            <a:off x="749880" y="52304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Ključna logika</a:t>
            </a:r>
            <a:endParaRPr lang="hr-H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3"/>
          <p:cNvSpPr/>
          <p:nvPr/>
        </p:nvSpPr>
        <p:spPr>
          <a:xfrm>
            <a:off x="777240" y="5669280"/>
            <a:ext cx="109440" cy="109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996840" y="5596200"/>
            <a:ext cx="5074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parser.py prepoznaje DHT22, DS18B20, LED, WiFi, GPIO i intervale.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5"/>
          <p:cNvSpPr/>
          <p:nvPr/>
        </p:nvSpPr>
        <p:spPr>
          <a:xfrm>
            <a:off x="6903720" y="56692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6"/>
          <p:cNvSpPr/>
          <p:nvPr/>
        </p:nvSpPr>
        <p:spPr>
          <a:xfrm>
            <a:off x="7123320" y="5596200"/>
            <a:ext cx="4343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database.py dodaje pinove, napomene i MicroPython hintove.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7"/>
          <p:cNvSpPr/>
          <p:nvPr/>
        </p:nvSpPr>
        <p:spPr>
          <a:xfrm>
            <a:off x="777240" y="6062400"/>
            <a:ext cx="109440" cy="109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996840" y="5989320"/>
            <a:ext cx="5074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prompt_builder.py traži samo valjan kod bez markdown ograda.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9"/>
          <p:cNvSpPr/>
          <p:nvPr/>
        </p:nvSpPr>
        <p:spPr>
          <a:xfrm>
            <a:off x="6903720" y="6062400"/>
            <a:ext cx="109440" cy="109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0"/>
          <p:cNvSpPr/>
          <p:nvPr/>
        </p:nvSpPr>
        <p:spPr>
          <a:xfrm>
            <a:off x="7123320" y="5989320"/>
            <a:ext cx="4160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ollama_client.py slaže odgovor i sprema .py datoteku.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94360" y="2926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ea5e9"/>
                </a:solidFill>
                <a:effectLst/>
                <a:uFillTx/>
                <a:latin typeface="Aptos"/>
                <a:ea typeface="Aptos"/>
              </a:rPr>
              <a:t>ŠTO SE NALAZI U PROJEKTU</a:t>
            </a:r>
            <a:endParaRPr lang="hr-H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94360" y="5029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b1220"/>
                </a:solidFill>
                <a:effectLst/>
                <a:uFillTx/>
                <a:latin typeface="Aptos Display"/>
                <a:ea typeface="Aptos Display"/>
              </a:rPr>
              <a:t>Struktura repozitorija i pokretanje</a:t>
            </a:r>
            <a:endParaRPr lang="hr-H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594360" y="1124640"/>
            <a:ext cx="109270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594360" y="651960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ESP32 MicroPython Generator + Ollama</a:t>
            </a:r>
            <a:endParaRPr lang="hr-H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11292840" y="6473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04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685800" y="13258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Repozitorij ima jednu Python aplikaciju, lokalnu bazu senzora i direktorij za generirani kod.</a:t>
            </a: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777240" y="1874520"/>
            <a:ext cx="4480200" cy="4160160"/>
          </a:xfrm>
          <a:prstGeom prst="roundRect">
            <a:avLst>
              <a:gd name="adj" fmla="val 2637"/>
            </a:avLst>
          </a:prstGeom>
          <a:solidFill>
            <a:srgbClr val="0b1220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978480" y="2075760"/>
            <a:ext cx="4077720" cy="37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ESP_GUI_Ollama/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├─ main.py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├─ requirements.txt  →  PySide6&gt;=6.7.0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├─ app/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│  ├─ gui.py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│  ├─ parser.py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│  ├─ database.py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│  ├─ prompt_builder.py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│  ├─ ollama_client.py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│  └─ fallback_generator.py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└─ generated/main.py</a:t>
            </a:r>
            <a:endParaRPr lang="hr-H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5897880" y="18655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Pokretanje</a:t>
            </a:r>
            <a:endParaRPr lang="hr-H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5897880" y="2331720"/>
            <a:ext cx="4434480" cy="1874160"/>
          </a:xfrm>
          <a:prstGeom prst="roundRect">
            <a:avLst>
              <a:gd name="adj" fmla="val 5854"/>
            </a:avLst>
          </a:prstGeom>
          <a:solidFill>
            <a:srgbClr val="0b1220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6099120" y="2532960"/>
            <a:ext cx="4032000" cy="14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ollama pull qwen2.5-coder:7b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ollama serve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pip install -r requirements.txt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python main.py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5897880" y="4718160"/>
            <a:ext cx="109440" cy="109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6117480" y="464508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Model se može promijeniti u GUI polju “Ollama model”.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5897880" y="5120640"/>
            <a:ext cx="109440" cy="109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6117480" y="50475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Izlazna putanja je podesiva; zadano je generated/main.py.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5897880" y="552312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6117480" y="544968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Fallback se koristi ako lokalna Ollama ne vrati valjan odgovor.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94360" y="2926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ea5e9"/>
                </a:solidFill>
                <a:effectLst/>
                <a:uFillTx/>
                <a:latin typeface="Aptos"/>
                <a:ea typeface="Aptos"/>
              </a:rPr>
              <a:t>HARDWARE DIO PROJEKTA</a:t>
            </a:r>
            <a:endParaRPr lang="hr-H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94360" y="5029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b1220"/>
                </a:solidFill>
                <a:effectLst/>
                <a:uFillTx/>
                <a:latin typeface="Aptos Display"/>
                <a:ea typeface="Aptos Display"/>
              </a:rPr>
              <a:t>ESP32 DevKit V1: pinovi i spajanje</a:t>
            </a:r>
            <a:endParaRPr lang="hr-H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594360" y="1124640"/>
            <a:ext cx="109270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594360" y="651960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ESP32 MicroPython Generator + Ollama</a:t>
            </a:r>
            <a:endParaRPr lang="hr-H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292840" y="6473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05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/mnt/data/image.png"/>
          <p:cNvPicPr/>
          <p:nvPr/>
        </p:nvPicPr>
        <p:blipFill>
          <a:blip r:embed="rId1"/>
          <a:stretch/>
        </p:blipFill>
        <p:spPr>
          <a:xfrm>
            <a:off x="567000" y="1549800"/>
            <a:ext cx="6263280" cy="320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Shape 5"/>
          <p:cNvSpPr/>
          <p:nvPr/>
        </p:nvSpPr>
        <p:spPr>
          <a:xfrm>
            <a:off x="7132320" y="1417320"/>
            <a:ext cx="4160160" cy="109692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5240">
            <a:solidFill>
              <a:srgbClr val="bae6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7406640" y="16002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DHT22 primjer</a:t>
            </a: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7406640" y="193860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VCC → 3.3V  •  GND → GND  •  DATA → GPIO4</a:t>
            </a:r>
            <a:endParaRPr lang="hr-H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7132320" y="2761560"/>
            <a:ext cx="4160160" cy="10969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24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7406640" y="294444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LED blink primjer</a:t>
            </a: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7406640" y="32918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GPIO02 kao izlaz; blink od 200 ms u demo scenariju.</a:t>
            </a:r>
            <a:endParaRPr lang="hr-H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1"/>
          <p:cNvSpPr/>
          <p:nvPr/>
        </p:nvSpPr>
        <p:spPr>
          <a:xfrm>
            <a:off x="7132320" y="4114800"/>
            <a:ext cx="4160160" cy="1142640"/>
          </a:xfrm>
          <a:prstGeom prst="roundRect">
            <a:avLst>
              <a:gd name="adj" fmla="val 9600"/>
            </a:avLst>
          </a:prstGeom>
          <a:solidFill>
            <a:srgbClr val="fffbeb"/>
          </a:solidFill>
          <a:ln w="15240">
            <a:solidFill>
              <a:srgbClr val="fde6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7406640" y="431604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Napomena za ADC/GPIO</a:t>
            </a: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7406640" y="46634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GPIO 34–39 su input-only; za outpute birati druge pinove.</a:t>
            </a:r>
            <a:endParaRPr lang="hr-H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658440" y="523944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Pinout slika: ESP32 Dev Kit V1 — prikazuje GPIO, ADC, Touch i SPI/I²C oznake.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94360" y="2926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ea5e9"/>
                </a:solidFill>
                <a:effectLst/>
                <a:uFillTx/>
                <a:latin typeface="Aptos"/>
                <a:ea typeface="Aptos"/>
              </a:rPr>
              <a:t>OD .PY DATOTEKE DO ESP32 PLOČICE</a:t>
            </a:r>
            <a:endParaRPr lang="hr-H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94360" y="5029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b1220"/>
                </a:solidFill>
                <a:effectLst/>
                <a:uFillTx/>
                <a:latin typeface="Aptos Display"/>
                <a:ea typeface="Aptos Display"/>
              </a:rPr>
              <a:t>Testiranje u Thonnyju</a:t>
            </a:r>
            <a:endParaRPr lang="hr-H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594360" y="1124640"/>
            <a:ext cx="109270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594360" y="651960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ESP32 MicroPython Generator + Ollama</a:t>
            </a:r>
            <a:endParaRPr lang="hr-H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292840" y="6473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06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0" descr="/mnt/data/thonny_screenshot.png"/>
          <p:cNvPicPr/>
          <p:nvPr/>
        </p:nvPicPr>
        <p:blipFill>
          <a:blip r:embed="rId1"/>
          <a:srcRect l="0" t="7820" r="0" b="7820"/>
          <a:stretch/>
        </p:blipFill>
        <p:spPr>
          <a:xfrm>
            <a:off x="658440" y="1344240"/>
            <a:ext cx="4800240" cy="33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Shape 5"/>
          <p:cNvSpPr/>
          <p:nvPr/>
        </p:nvSpPr>
        <p:spPr>
          <a:xfrm>
            <a:off x="658440" y="1344240"/>
            <a:ext cx="4800240" cy="3337200"/>
          </a:xfrm>
          <a:prstGeom prst="rect">
            <a:avLst/>
          </a:prstGeom>
          <a:noFill/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5989320" y="14173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Preporučeni Thonny tok</a:t>
            </a:r>
            <a:endParaRPr lang="hr-H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6080760" y="1974960"/>
            <a:ext cx="319680" cy="3196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6080760" y="2043720"/>
            <a:ext cx="3196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hr-H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6565320" y="196596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Instaliraj MicroPython firmware na ESP32.</a:t>
            </a:r>
            <a:endParaRPr lang="hr-H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6080760" y="2633400"/>
            <a:ext cx="319680" cy="3196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6080760" y="2702160"/>
            <a:ext cx="3196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hr-H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6565320" y="262440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U Thonnyju odaberi interpreter: MicroPython (ESP32).</a:t>
            </a:r>
            <a:endParaRPr lang="hr-H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6080760" y="3291840"/>
            <a:ext cx="319680" cy="3196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6080760" y="3360600"/>
            <a:ext cx="3196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hr-H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6565320" y="328284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Otvori generated/main.py iz ovog projekta.</a:t>
            </a:r>
            <a:endParaRPr lang="hr-H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6"/>
          <p:cNvSpPr/>
          <p:nvPr/>
        </p:nvSpPr>
        <p:spPr>
          <a:xfrm>
            <a:off x="6080760" y="3950280"/>
            <a:ext cx="319680" cy="3196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6080760" y="4018680"/>
            <a:ext cx="3196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hr-H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6565320" y="394092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Spoji pločicu USB kabelom i odaberi port.</a:t>
            </a:r>
            <a:endParaRPr lang="hr-H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9"/>
          <p:cNvSpPr/>
          <p:nvPr/>
        </p:nvSpPr>
        <p:spPr>
          <a:xfrm>
            <a:off x="6080760" y="4608720"/>
            <a:ext cx="319680" cy="3196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0"/>
          <p:cNvSpPr/>
          <p:nvPr/>
        </p:nvSpPr>
        <p:spPr>
          <a:xfrm>
            <a:off x="6080760" y="4677120"/>
            <a:ext cx="31968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hr-H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1"/>
          <p:cNvSpPr/>
          <p:nvPr/>
        </p:nvSpPr>
        <p:spPr>
          <a:xfrm>
            <a:off x="6565320" y="459936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Pokreni kod ili ga spremi na uređaj kao main.py.</a:t>
            </a:r>
            <a:endParaRPr lang="hr-H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2"/>
          <p:cNvSpPr/>
          <p:nvPr/>
        </p:nvSpPr>
        <p:spPr>
          <a:xfrm>
            <a:off x="685800" y="507492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Za ovaj projekt Thonny je “most” između generiranog koda i fizičkog ESP32 testa.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1" descr="/mnt/data/esp32_annotated.png"/>
          <p:cNvPicPr/>
          <p:nvPr/>
        </p:nvPicPr>
        <p:blipFill>
          <a:blip r:embed="rId2"/>
          <a:stretch/>
        </p:blipFill>
        <p:spPr>
          <a:xfrm>
            <a:off x="8299080" y="5010840"/>
            <a:ext cx="1826640" cy="107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94360" y="2926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ea5e9"/>
                </a:solidFill>
                <a:effectLst/>
                <a:uFillTx/>
                <a:latin typeface="Aptos"/>
                <a:ea typeface="Aptos"/>
              </a:rPr>
              <a:t>PRIMJER ULAZA I OČEKIVAN REZULTAT</a:t>
            </a:r>
            <a:endParaRPr lang="hr-H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94360" y="5029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b1220"/>
                </a:solidFill>
                <a:effectLst/>
                <a:uFillTx/>
                <a:latin typeface="Aptos Display"/>
                <a:ea typeface="Aptos Display"/>
              </a:rPr>
              <a:t>Demo: DHT22 + LED blink</a:t>
            </a:r>
            <a:endParaRPr lang="hr-H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594360" y="1124640"/>
            <a:ext cx="109270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594360" y="651960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ESP32 MicroPython Generator + Ollama</a:t>
            </a:r>
            <a:endParaRPr lang="hr-H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11292840" y="6473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07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713160" y="1371600"/>
            <a:ext cx="5486040" cy="1005480"/>
          </a:xfrm>
          <a:prstGeom prst="roundRect">
            <a:avLst>
              <a:gd name="adj" fmla="val 12727"/>
            </a:avLst>
          </a:prstGeom>
          <a:solidFill>
            <a:srgbClr val="ecfeff"/>
          </a:solidFill>
          <a:ln w="16510">
            <a:solidFill>
              <a:srgbClr val="a5f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941760" y="155448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Ulaz: “Učitaj temperaturu i vlagu sa DHT22 svake dve sekunde i blicni 200 ms LED na ESP32 GPIO02.”</a:t>
            </a:r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768240" y="27889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Generirani MicroPython kostur</a:t>
            </a:r>
            <a:endParaRPr lang="hr-H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749880" y="3182040"/>
            <a:ext cx="5714640" cy="2697120"/>
          </a:xfrm>
          <a:prstGeom prst="roundRect">
            <a:avLst>
              <a:gd name="adj" fmla="val 4068"/>
            </a:avLst>
          </a:prstGeom>
          <a:solidFill>
            <a:srgbClr val="0b1220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951120" y="3383280"/>
            <a:ext cx="5312160" cy="22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import time, dht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from machine import Pin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sensor = dht.DHT22(Pin(4))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led = Pin(2, Pin.OUT)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while True: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sensor.measure()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print(sensor.temperature(), sensor.humidity())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led.on(); time.sleep_ms(200); led.off()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time.sleep(2)</a:t>
            </a:r>
            <a:endParaRPr lang="hr-HR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7022520" y="13899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Što se provjerava na pločici</a:t>
            </a:r>
            <a:endParaRPr lang="hr-H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7040880" y="1974960"/>
            <a:ext cx="109440" cy="109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7260480" y="190188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Serijski izlaz prikazuje temperaturu i vlagu.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7040880" y="2432160"/>
            <a:ext cx="109440" cy="109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7260480" y="235908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LED kratko zabljesne nakon svakog očitanja.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7040880" y="288936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7260480" y="281628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Interval očitanja je 2 sekunde.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7040880" y="3346560"/>
            <a:ext cx="109440" cy="109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7260480" y="327348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0b1220"/>
                </a:solidFill>
                <a:effectLst/>
                <a:uFillTx/>
                <a:latin typeface="Aptos"/>
              </a:rPr>
              <a:t>Ako DHT22 nije spojen, očekuje se greška očitanja.</a:t>
            </a:r>
            <a:endParaRPr lang="hr-H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0" descr="/mnt/data/image.png"/>
          <p:cNvPicPr/>
          <p:nvPr/>
        </p:nvPicPr>
        <p:blipFill>
          <a:blip r:embed="rId1"/>
          <a:srcRect l="0" t="13010" r="0" b="13010"/>
          <a:stretch/>
        </p:blipFill>
        <p:spPr>
          <a:xfrm>
            <a:off x="7040880" y="3977640"/>
            <a:ext cx="3748680" cy="141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19"/>
          <p:cNvSpPr/>
          <p:nvPr/>
        </p:nvSpPr>
        <p:spPr>
          <a:xfrm>
            <a:off x="7068240" y="55594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Provjera pinova prije spajanja smanjuje rizik pogrešnog GPIO odabira.</a:t>
            </a:r>
            <a:endParaRPr lang="hr-H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658440" y="594360"/>
            <a:ext cx="3474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Zaključak</a:t>
            </a:r>
            <a:endParaRPr lang="hr-H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85800" y="1261800"/>
            <a:ext cx="6766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e0f2fe"/>
                </a:solidFill>
                <a:effectLst/>
                <a:uFillTx/>
                <a:latin typeface="Aptos"/>
              </a:rPr>
              <a:t>Projekt spaja lokalni AI generator, GUI aplikaciju i embedded razvojni ciklus na ESP32 pločici.</a:t>
            </a:r>
            <a:endParaRPr lang="hr-H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731520" y="2331720"/>
            <a:ext cx="2194200" cy="959760"/>
          </a:xfrm>
          <a:prstGeom prst="roundRect">
            <a:avLst>
              <a:gd name="adj" fmla="val 11429"/>
            </a:avLst>
          </a:prstGeom>
          <a:solidFill>
            <a:srgbClr val="0f2a44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841320" y="2441520"/>
            <a:ext cx="19746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Brži prototip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za senzore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3246120" y="2331720"/>
            <a:ext cx="2285640" cy="959760"/>
          </a:xfrm>
          <a:prstGeom prst="roundRect">
            <a:avLst>
              <a:gd name="adj" fmla="val 11429"/>
            </a:avLst>
          </a:prstGeom>
          <a:solidFill>
            <a:srgbClr val="0f2a44"/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3355920" y="2441520"/>
            <a:ext cx="20660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Lokalna privatnost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bez clouda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5852160" y="2331720"/>
            <a:ext cx="2102760" cy="959760"/>
          </a:xfrm>
          <a:prstGeom prst="roundRect">
            <a:avLst>
              <a:gd name="adj" fmla="val 11429"/>
            </a:avLst>
          </a:prstGeom>
          <a:solidFill>
            <a:srgbClr val="0f2a44"/>
          </a:solidFill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5961960" y="2441520"/>
            <a:ext cx="18831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Thonny test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na uređaju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749880" y="39135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Daljnji razvoj</a:t>
            </a:r>
            <a:endParaRPr lang="hr-H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777240" y="4443840"/>
            <a:ext cx="109440" cy="109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996840" y="4370760"/>
            <a:ext cx="4754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0f2fe"/>
                </a:solidFill>
                <a:effectLst/>
                <a:uFillTx/>
                <a:latin typeface="Aptos"/>
              </a:rPr>
              <a:t>Dodati više senzora: BMP280, HC‑SR04, OLED, servo.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777240" y="4846320"/>
            <a:ext cx="109440" cy="109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996840" y="4773240"/>
            <a:ext cx="5028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0f2fe"/>
                </a:solidFill>
                <a:effectLst/>
                <a:uFillTx/>
                <a:latin typeface="Aptos"/>
              </a:rPr>
              <a:t>U GUI dodati provjeru zauzetih ili input-only pinova.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3"/>
          <p:cNvSpPr/>
          <p:nvPr/>
        </p:nvSpPr>
        <p:spPr>
          <a:xfrm>
            <a:off x="777240" y="524880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hr-H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996840" y="517536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e0f2fe"/>
                </a:solidFill>
                <a:effectLst/>
                <a:uFillTx/>
                <a:latin typeface="Aptos"/>
              </a:rPr>
              <a:t>Automatski slati generated/main.py na ESP32 preko Thonny/ampy/esptool toka.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7452360" y="3749040"/>
            <a:ext cx="3931560" cy="1810080"/>
          </a:xfrm>
          <a:prstGeom prst="roundRect">
            <a:avLst>
              <a:gd name="adj" fmla="val 6061"/>
            </a:avLst>
          </a:prstGeom>
          <a:solidFill>
            <a:srgbClr val="0f2a44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7662600" y="39686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Izvori</a:t>
            </a:r>
            <a:endParaRPr lang="hr-H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7662600" y="431604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8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• GitHub: snikolaus033/ESP_GUI_Ollama</a:t>
            </a:r>
            <a:endParaRPr lang="hr-HR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8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• Thonny.org screenshot i upute</a:t>
            </a:r>
            <a:endParaRPr lang="hr-HR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8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• Espressif ESP32 DevKit dokumentacija</a:t>
            </a:r>
            <a:endParaRPr lang="hr-HR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8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• ESP32 Dev Kit V1 pinout slika korisnika</a:t>
            </a:r>
            <a:endParaRPr lang="hr-HR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11137320" y="6473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08</a:t>
            </a:r>
            <a:endParaRPr lang="hr-H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LibreOffice/25.8.5.2$Windows_X86_64 LibreOffice_project/9c8b85f387cc00a89945a79c9e6239f32e450ac2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2026-04-24T08:33:53Z</dcterms:created>
  <dc:creator>OpenAI</dc:creator>
  <dc:description/>
  <dc:language>hr-HR</dc:language>
  <cp:lastModifiedBy/>
  <dcterms:modified xsi:type="dcterms:W3CDTF">2026-04-24T10:47:02Z</dcterms:modified>
  <cp:revision>2</cp:revision>
  <dc:subject>ESP32 MicroPython Generator + Ollama</dc:subject>
  <dc:title>ESP_GUI_Ollama prezentacija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